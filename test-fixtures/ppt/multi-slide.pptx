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다양한 레이아웃 테스트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슬라이드 종류별 테스트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불릿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첫 번째 항목</a:t>
            </a:r>
          </a:p>
          <a:p>
            <a:pPr/>
            <a:r>
              <a:t>두 번째 항목</a:t>
            </a:r>
          </a:p>
          <a:p>
            <a:pPr/>
            <a:r>
              <a:t>세 번째 항목</a:t>
            </a:r>
          </a:p>
          <a:p>
            <a:pPr/>
            <a:r>
              <a:t>네 번째 항목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사각형 안의 텍스트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이것은 PDF 변환 테스트를 위한 마지막 슬라이드입니다.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