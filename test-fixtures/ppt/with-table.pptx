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테이블 슬라이드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85800">
                <a:tc>
                  <a:txBody>
                    <a:bodyPr/>
                    <a:lstStyle/>
                    <a:p>
                      <a:r>
                        <a:t>제품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가격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수량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노트북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1,200,000원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마우스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키보드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89,000원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